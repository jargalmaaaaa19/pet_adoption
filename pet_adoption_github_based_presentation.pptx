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621792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0C3F70"/>
                </a:solidFill>
                <a:latin typeface="Aptos"/>
              </a:rPr>
              <a:t>ТЭЖЭЭВЭР АМЬТАН
ҮРЧЛҮҮЛЭХ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5669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262D35"/>
                </a:solidFill>
                <a:latin typeface="Aptos"/>
              </a:rPr>
              <a:t>Үрчлүүлэх зар болон төөрсөн/олдсон амьтдыг эзэнтэй нь холбох веб систем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277EB9"/>
                </a:solidFill>
                <a:latin typeface="Aptos"/>
              </a:rPr>
              <a:t>БАГИЙН ТӨСӨЛ • SOFTWARE DEVELOPMENT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5303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З. Жаргалмаа — Product Owner
О. Доржсамбуу — Scrum Master
Б. Энхбаяр, Д. Дэлгэрмаа — Development Team</a:t>
            </a:r>
          </a:p>
        </p:txBody>
      </p:sp>
      <p:sp>
        <p:nvSpPr>
          <p:cNvPr id="10" name="Oval 9"/>
          <p:cNvSpPr/>
          <p:nvPr/>
        </p:nvSpPr>
        <p:spPr>
          <a:xfrm>
            <a:off x="7498079" y="1051560"/>
            <a:ext cx="3429000" cy="4297680"/>
          </a:xfrm>
          <a:prstGeom prst="ellipse">
            <a:avLst/>
          </a:prstGeom>
          <a:solidFill>
            <a:srgbClr val="FFFFFF"/>
          </a:solidFill>
          <a:ln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32520" y="2057400"/>
            <a:ext cx="868680" cy="868680"/>
          </a:xfrm>
          <a:prstGeom prst="ellipse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92440" y="1783080"/>
            <a:ext cx="502920" cy="502920"/>
          </a:xfrm>
          <a:prstGeom prst="ellipse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46920" y="1783080"/>
            <a:ext cx="502920" cy="502920"/>
          </a:xfrm>
          <a:prstGeom prst="ellipse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75320" y="2788920"/>
            <a:ext cx="457200" cy="457200"/>
          </a:xfrm>
          <a:prstGeom prst="ellipse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4040" y="2788920"/>
            <a:ext cx="457200" cy="457200"/>
          </a:xfrm>
          <a:prstGeom prst="ellipse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3794760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C3F70"/>
                </a:solidFill>
                <a:latin typeface="Aptos"/>
              </a:rPr>
              <a:t>АМЬТАНД ХАЙРТАЙ
ГЭР БҮЛ ОЛЪЁ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892040"/>
            <a:ext cx="1051560" cy="347472"/>
          </a:xfrm>
          <a:prstGeom prst="round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5" y="4910327"/>
            <a:ext cx="97840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ХАЙХ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892040"/>
            <a:ext cx="1325880" cy="347472"/>
          </a:xfrm>
          <a:prstGeom prst="round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4910327"/>
            <a:ext cx="12527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ҮРЧЛҮҮЛЭХ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ТОВЧ ТАНИЛЦУУЛГА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Төслийн README болон GitHub дахь хэрэгжүүлэлтийн хүрээнд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512064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64008" cy="1874519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481328"/>
            <a:ext cx="486460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C3F70"/>
                </a:solidFill>
                <a:latin typeface="Aptos"/>
              </a:rPr>
              <a:t>Төслийн зорилго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828800"/>
            <a:ext cx="48463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62D35"/>
                </a:solidFill>
                <a:latin typeface="Aptos"/>
              </a:rPr>
              <a:t>Амьтан үрчлүүлэх үйл явцыг хялбарчлах, мөн төөрсөн эсвэл олдсон амьтдыг эзэнтэй нь шуурхай холбох.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512064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64008" cy="1874519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81328"/>
            <a:ext cx="486460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C3F70"/>
                </a:solidFill>
                <a:latin typeface="Aptos"/>
              </a:rPr>
              <a:t>Системийн санаа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28800"/>
            <a:ext cx="4846320" cy="1417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62D35"/>
                </a:solidFill>
                <a:latin typeface="Aptos"/>
              </a:rPr>
              <a:t>Амьтны мэдээлэл бүхий заруудыг нэг веб орчинд байршуулж, төрөл, нас, үүлдэр, байршлаар хайж шүүх боломж бүрдүүлэх.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0C3F70"/>
                </a:solidFill>
                <a:latin typeface="Aptos"/>
              </a:rPr>
              <a:t>Үндсэн хэрэглэгчид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51960"/>
            <a:ext cx="3291840" cy="132588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251960"/>
            <a:ext cx="64008" cy="132588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1596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Үрчлэгч / Хэрэглэгч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66344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Зар үзэх, хайх, тохирох амьтан олох.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4251960"/>
            <a:ext cx="3291840" cy="132588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4251960"/>
            <a:ext cx="64008" cy="132588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431596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Эзэн / Зар оруулагч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466344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Амьтны мэдээлэл нийтлэх, шинэчлэх.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4251960"/>
            <a:ext cx="3291840" cy="132588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4251960"/>
            <a:ext cx="64008" cy="132588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431596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Төслийн хөгжүүлэгч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4663440"/>
            <a:ext cx="30175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Функц, тест, кодын чанарыг сайжруулах.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БИД ЯМАР АСУУДЛЫГ ШИЙДЭХ ВЭ?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Лабораторийн ажил №2 — асуудал ба шийдэл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0C3F70"/>
                </a:solidFill>
                <a:latin typeface="Aptos"/>
              </a:rPr>
              <a:t>Асуудал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07568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45262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62D35"/>
                </a:solidFill>
                <a:latin typeface="Aptos"/>
              </a:rPr>
              <a:t>Амьтан үрчлүүлэх зарууд олон эх сурвалжид тархсан байх боломжтой.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76148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45262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62D35"/>
                </a:solidFill>
                <a:latin typeface="Aptos"/>
              </a:rPr>
              <a:t>Төрөл, нас, байршлаар тохирох амьтныг хайхад цаг зарцуулна.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4728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37560"/>
            <a:ext cx="452628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62D35"/>
                </a:solidFill>
                <a:latin typeface="Aptos"/>
              </a:rPr>
              <a:t>Төөрсөн/олдсон амьтны мэдээллийг эзэнтэй нь холбох хэрэгцээ бий.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0C3F70"/>
                </a:solidFill>
                <a:latin typeface="Aptos"/>
              </a:rPr>
              <a:t>Бидний шийдэл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07568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62D35"/>
                </a:solidFill>
                <a:latin typeface="Aptos"/>
              </a:rPr>
              <a:t>Заруудыг нэг каталогт харуулах.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76148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45720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62D35"/>
                </a:solidFill>
                <a:latin typeface="Aptos"/>
              </a:rPr>
              <a:t>Төрөл, нас, байршил, үүлдэр болон зарын төрлөөр шүүх.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44728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337560"/>
            <a:ext cx="4572000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62D35"/>
                </a:solidFill>
                <a:latin typeface="Aptos"/>
              </a:rPr>
              <a:t>Үрчлүүлэх болон төөрсөн/олдсон амьтны мэдээллийг нэг төсөлд төвлөрүүлэх.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754880"/>
            <a:ext cx="1014984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4754880"/>
            <a:ext cx="64008" cy="82296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" y="4818888"/>
            <a:ext cx="9893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0C3F70"/>
                </a:solidFill>
                <a:latin typeface="Aptos"/>
              </a:rPr>
              <a:t>Төслийн хүрээ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5166360"/>
            <a:ext cx="9875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GitHub-д байгаа одоогийн хувилбар нь демо зарын каталог болон шүүлтүүрийн логик, тэдгээрийн нэгжийн тестэд төвлөрч байна.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СИСТЕМИЙН ҮНДСЭН ФУНКЦҮҮД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Repository-ийн README, lab4/index.html болон petFilters.js-д тулгуурлав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291840" cy="141732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64008" cy="141732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2704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C3F70"/>
                </a:solidFill>
                <a:latin typeface="Aptos"/>
              </a:rPr>
              <a:t>Зар харах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87452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Амьтдын каталог, хуудаслалт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291840" cy="141732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463040"/>
            <a:ext cx="64008" cy="141732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52704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C3F70"/>
                </a:solidFill>
                <a:latin typeface="Aptos"/>
              </a:rPr>
              <a:t>Хайлт ба шүүлт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187452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Төрөл, нас, байршил, үүлдэр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291840" cy="141732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463040"/>
            <a:ext cx="64008" cy="141732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52704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C3F70"/>
                </a:solidFill>
                <a:latin typeface="Aptos"/>
              </a:rPr>
              <a:t>Зарын төрөл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87452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Үрчлүүлэх / худалдах зарын demo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3291840" cy="141732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29000"/>
            <a:ext cx="64008" cy="141732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9300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C3F70"/>
                </a:solidFill>
                <a:latin typeface="Aptos"/>
              </a:rPr>
              <a:t>Байршлын хайлт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8404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Дүүрэг, хороо, аймаг, сум, баг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429000"/>
            <a:ext cx="3291840" cy="141732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429000"/>
            <a:ext cx="64008" cy="141732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349300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C3F70"/>
                </a:solidFill>
                <a:latin typeface="Aptos"/>
              </a:rPr>
              <a:t>Эрэмбэлэлт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1" y="38404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Каталогийг эрэмбэлэх боломж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429000"/>
            <a:ext cx="3291840" cy="141732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429000"/>
            <a:ext cx="64008" cy="141732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49300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C3F70"/>
                </a:solidFill>
                <a:latin typeface="Aptos"/>
              </a:rPr>
              <a:t>Нэгжийн тест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8404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Шүүлтүүр болон демо өгөгдөл шалгах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86400"/>
            <a:ext cx="10424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5A646E"/>
                </a:solidFill>
                <a:latin typeface="Aptos"/>
              </a:rPr>
              <a:t>Тайлбар: README-д дурдсан бодит/ирээдүйн боломжуудыг одоогийн демо кодоос ялгаж үзүүлэв.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USER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Product Backlog-ийн эхний хувилбарт тохирох user story-ууд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132320"/>
                <a:gridCol w="1325880"/>
                <a:gridCol w="1737360"/>
              </a:tblGrid>
              <a:tr h="6400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C3F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User Story</a:t>
                      </a:r>
                    </a:p>
                  </a:txBody>
                  <a:tcPr>
                    <a:solidFill>
                      <a:srgbClr val="0C3F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0C3F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C3F7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US_01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D35"/>
                          </a:solidFill>
                        </a:rPr>
                        <a:t>Хэрэглэгчийн хувьд амьтдын зарын жагсаалтыг харахыг хүсэж байна, ингэснээр үрчлүүлэх амьтдыг судална.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High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Must have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US_02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D35"/>
                          </a:solidFill>
                        </a:rPr>
                        <a:t>Хэрэглэгчийн хувьд төрөл, нас, байршлаар шүүхийг хүсэж байна, ингэснээр тохирох амьтныг хурдан олно.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High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Must have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US_03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D35"/>
                          </a:solidFill>
                        </a:rPr>
                        <a:t>Хэрэглэгчийн хувьд үүлдэр болон зарын төрлөөр хайхыг хүсэж байна, ингэснээр үр дүнг нарийвчилна.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High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Must have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US_04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D35"/>
                          </a:solidFill>
                        </a:rPr>
                        <a:t>Хөгжүүлэгчийн хувьд шүүлтүүрийн логикийг нэгжийн тестээр шалгахыг хүсэж байна, ингэснээр өөрчлөлтийн алдааг илрүүлнэ.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High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Must have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US_05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D35"/>
                          </a:solidFill>
                        </a:rPr>
                        <a:t>Хэрэглэгчийн хувьд хуудаслалттай каталог үзэхийг хүсэж байна, ингэснээр олон зар дундаас үзэхэд хялбар байна.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Medium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Should have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US_06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62D35"/>
                          </a:solidFill>
                        </a:rPr>
                        <a:t>Хэрэглэгчийн хувьд төөрсөн/олдсон амьтны мэдээлэлтэй танилцахыг хүсэж байна, ингэснээр эзнийг нь олоход тусална.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High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62D35"/>
                          </a:solidFill>
                        </a:rPr>
                        <a:t>Planned</a:t>
                      </a:r>
                    </a:p>
                  </a:txBody>
                  <a:tcPr marL="54864" marR="54864">
                    <a:solidFill>
                      <a:srgbClr val="E1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GITHUB REPOSITORY — ХЭРЭГЖҮҮЛЭЛТ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Төсөлд байгаа гол файлууд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074920" cy="109728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64008" cy="109728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435608"/>
            <a:ext cx="481888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lab4/index.html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783080"/>
            <a:ext cx="4800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Амьтдын каталогийн демо веб хуудас.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074920" cy="109728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64008" cy="109728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35608"/>
            <a:ext cx="481888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lab4/demoPetListings.js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83080"/>
            <a:ext cx="4800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120 ширхэг жишээ зар үүсгэх логик.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5074920" cy="109728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64008" cy="109728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807208"/>
            <a:ext cx="481888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lab4/petFilters.js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154680"/>
            <a:ext cx="4800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filterPets() болон createEmptyPetFilters() функц.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5074920" cy="109728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743200"/>
            <a:ext cx="64008" cy="109728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807208"/>
            <a:ext cx="481888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lab4/petFilters.test.js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154680"/>
            <a:ext cx="4800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Шүүлтүүрийн нөхцөлүүдийг шалгах Jest тестүүд.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14800"/>
            <a:ext cx="5074920" cy="109728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114800"/>
            <a:ext cx="64008" cy="109728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178808"/>
            <a:ext cx="481888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lab4/demoPetListings.test.js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526280"/>
            <a:ext cx="4800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Демо зарын тоо, давтагдашгүй ID, мэдээллийн бүрэн байдлыг шалгана.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114800"/>
            <a:ext cx="5074920" cy="109728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114800"/>
            <a:ext cx="64008" cy="109728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4178808"/>
            <a:ext cx="481888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lab4/package.json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526280"/>
            <a:ext cx="4800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npm test командаар Jest тест ажиллуулна.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2356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0C3F70"/>
                </a:solidFill>
                <a:latin typeface="Aptos"/>
              </a:rPr>
              <a:t>Repository: github.com/jargalmaaaaa19/pet_adoption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ХАЙЛТ БА ШҮҮЛТҮҮРИЙН ЛОГИК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petFilters.js — эх кодод бодитоор байгаа шалгуурууд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5029200" cy="100584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17320"/>
            <a:ext cx="64008" cy="100584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481328"/>
            <a:ext cx="4773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Төрөл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Dog / Cat гэх мэт утгаар яг тааруулна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417320"/>
            <a:ext cx="5029200" cy="100584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417320"/>
            <a:ext cx="64008" cy="100584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1481328"/>
            <a:ext cx="4773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Нас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1828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Доод болон дээд хязгаар; заагийн утгууд багтана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43200"/>
            <a:ext cx="5029200" cy="100584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43200"/>
            <a:ext cx="64008" cy="100584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2807208"/>
            <a:ext cx="4773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Байршил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154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location + locationDetail дээр хэсэгчилсэн хайлт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2743200"/>
            <a:ext cx="5029200" cy="100584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2743200"/>
            <a:ext cx="64008" cy="100584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2807208"/>
            <a:ext cx="4773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Үүлдэр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1" y="31546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Үүлдрийн нэрээр хэсэгчилсэн хайлт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069080"/>
            <a:ext cx="5029200" cy="100584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69080"/>
            <a:ext cx="64008" cy="100584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133088"/>
            <a:ext cx="4773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Зарын төрөл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44805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adoption / sale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4069080"/>
            <a:ext cx="5029200" cy="100584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4069080"/>
            <a:ext cx="64008" cy="100584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1" y="4133088"/>
            <a:ext cx="47731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Үсгийн хэмжээ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1" y="44805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Том, жижиг үсэг ялгахгүй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5486400"/>
            <a:ext cx="1028700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5486400"/>
            <a:ext cx="64008" cy="50292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5550408"/>
            <a:ext cx="10030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0C3F70"/>
                </a:solidFill>
                <a:latin typeface="Aptos"/>
              </a:rPr>
              <a:t>Аюулгүй боловсруулалт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5897880"/>
            <a:ext cx="10012680" cy="4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262D35"/>
                </a:solidFill>
                <a:latin typeface="Aptos"/>
              </a:rPr>
              <a:t>Хүчингүй жагсаалт бол [] буцаана; буруу насны утгыг насны шүүлтүүр идэвхтэй үед үр дүнд оруулахгүй.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ДЕМО ӨГӨГДӨЛ БА КАТАЛОГ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demoPetListings.js болон README-д тайлбарласан мэдээлэл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2103120" cy="1188720"/>
          </a:xfrm>
          <a:prstGeom prst="rect">
            <a:avLst/>
          </a:prstGeom>
          <a:solidFill>
            <a:srgbClr val="E1F1F9"/>
          </a:solidFill>
          <a:ln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2763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77EB9"/>
                </a:solidFill>
                <a:latin typeface="Aptos"/>
              </a:rPr>
              <a:t>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3F70"/>
                </a:solidFill>
                <a:latin typeface="Aptos"/>
              </a:rPr>
              <a:t>Демо зар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508760"/>
            <a:ext cx="2103120" cy="1188720"/>
          </a:xfrm>
          <a:prstGeom prst="rect">
            <a:avLst/>
          </a:prstGeom>
          <a:solidFill>
            <a:srgbClr val="E1F1F9"/>
          </a:solidFill>
          <a:ln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62763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319DA0"/>
                </a:solidFill>
                <a:latin typeface="Aptos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17627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3F70"/>
                </a:solidFill>
                <a:latin typeface="Aptos"/>
              </a:rPr>
              <a:t>Нэг хуудсанд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2103120" cy="1188720"/>
          </a:xfrm>
          <a:prstGeom prst="rect">
            <a:avLst/>
          </a:prstGeom>
          <a:solidFill>
            <a:srgbClr val="E1F1F9"/>
          </a:solidFill>
          <a:ln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2763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6D536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7627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3F70"/>
                </a:solidFill>
                <a:latin typeface="Aptos"/>
              </a:rPr>
              <a:t>Зарын төрөл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508760"/>
            <a:ext cx="2103120" cy="1188720"/>
          </a:xfrm>
          <a:prstGeom prst="rect">
            <a:avLst/>
          </a:prstGeom>
          <a:solidFill>
            <a:srgbClr val="E1F1F9"/>
          </a:solidFill>
          <a:ln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62763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0C3F70"/>
                </a:solidFill>
                <a:latin typeface="Aptos"/>
              </a:rPr>
              <a:t>20+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17627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C3F70"/>
                </a:solidFill>
                <a:latin typeface="Aptos"/>
              </a:rPr>
              <a:t>Байршлын жишээ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4612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0C3F70"/>
                </a:solidFill>
                <a:latin typeface="Aptos"/>
              </a:rPr>
              <a:t>Зар бүрийн жишээ талбарууд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81304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03320"/>
            <a:ext cx="438912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Нэр, төрөл, үүлдэр, нас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242816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133087"/>
            <a:ext cx="438912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Байршил болон дэлгэрэнгүй хаяг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672584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562856"/>
            <a:ext cx="438912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Гарал үүсэл, тайлбар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102352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92624"/>
            <a:ext cx="438912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Зарын төрөл; худалдах зарын үнэ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4612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0C3F70"/>
                </a:solidFill>
                <a:latin typeface="Aptos"/>
              </a:rPr>
              <a:t>Байршлын жишээ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381304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703320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Улаанбаатарын дүүрэг, хороо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431596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206240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Дархан-Уул аймаг, Дархан сум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481888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709160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Байршлын дэлгэрэнгүй хэсэгчилсэн хайлт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852160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CC5F53"/>
                </a:solidFill>
                <a:latin typeface="Aptos"/>
              </a:rPr>
              <a:t>Эдгээр нь демо өгөгдөл бөгөөд бодит хэрэглэгчийн зар гэж ойлгож болохгүй.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ЛАБОРАТОРИЙН АЖИЛ №4 — НЭГЖИЙН ТЕСТ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README болон Jest тестийн файлуудад дурдсан хүрээ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1554480" cy="347472"/>
          </a:xfrm>
          <a:prstGeom prst="round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344168"/>
            <a:ext cx="14813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Төрөл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316736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Том/жижиг үсэг үл харгалзан шүүх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47672"/>
            <a:ext cx="1554480" cy="347472"/>
          </a:xfrm>
          <a:prstGeom prst="round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1965960"/>
            <a:ext cx="14813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Нас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938528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Насны завсрыг inclusive байдлаар шалгах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569464"/>
            <a:ext cx="1554480" cy="347472"/>
          </a:xfrm>
          <a:prstGeom prst="round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587752"/>
            <a:ext cx="14813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Байршил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560320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Хэсэгчилсэн текст болон дэлгэрэнгүй хаяг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91256"/>
            <a:ext cx="1554480" cy="347472"/>
          </a:xfrm>
          <a:prstGeom prst="round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209544"/>
            <a:ext cx="14813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Үүлдэр / төрөл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182112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Үүлдэр болон adoption/sale шүүлтүүр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813048"/>
            <a:ext cx="1554480" cy="347472"/>
          </a:xfrm>
          <a:prstGeom prst="round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831335"/>
            <a:ext cx="14813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Нийлмэл шүүлтүүр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803904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Төрөл + нас + байршил зэрэг шалгах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434840"/>
            <a:ext cx="1554480" cy="347472"/>
          </a:xfrm>
          <a:prstGeom prst="round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453128"/>
            <a:ext cx="14813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Хүчингүй оролт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4425696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null, буруу нас, массив биш оролт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56632"/>
            <a:ext cx="1554480" cy="347472"/>
          </a:xfrm>
          <a:prstGeom prst="round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5074920"/>
            <a:ext cx="14813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Демо өгөгдөл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047488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120 зар, давхардалгүй ID, заавал талбарууд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97880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C3F70"/>
                </a:solidFill>
                <a:latin typeface="Aptos"/>
              </a:rPr>
              <a:t>Ажиллуулах команд: lab4 хавтсанд npm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DEFINITION OF DONE (DoD)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README-д тодорхойлсон багийн ажлын дууссан шалгуур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33832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64008" cy="132588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18488"/>
            <a:ext cx="31272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Код бичигдсэн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6596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Функциональ болон логикийн шаардлага хангана.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554480"/>
            <a:ext cx="33832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554480"/>
            <a:ext cx="64008" cy="132588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618488"/>
            <a:ext cx="31272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Нэгжийн тест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96596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Jest тестүүд амжилттай ажиллана.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554480"/>
            <a:ext cx="33832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64008" cy="132588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1618488"/>
            <a:ext cx="31272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Code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196596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Багийн өөр гишүүн кодыг шалгана.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33832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383280"/>
            <a:ext cx="64008" cy="132588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47288"/>
            <a:ext cx="31272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Coding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79476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Багийн код бичих дүрэм мөрдөнө.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383280"/>
            <a:ext cx="33832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3383280"/>
            <a:ext cx="64008" cy="132588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3447288"/>
            <a:ext cx="31272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Test Cases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79476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Зорилтот тестийн тохиолдлууд алдаагүй байна.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383280"/>
            <a:ext cx="33832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3383280"/>
            <a:ext cx="64008" cy="132588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3447288"/>
            <a:ext cx="312724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Documentation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379476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Функц болон ашиглах зааврын тайлбар байна.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76072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5A646E"/>
                </a:solidFill>
                <a:latin typeface="Aptos"/>
              </a:rPr>
              <a:t>DoD нь багийн README-д бичсэн шалгуур; бүх шалгуурын одоогийн биелэлтийг тусад нь баталгаажуулах шаардлагатай.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СИСТЕМИЙН АРХИТЕКТУР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Санал болгож буй 3 давхаргат архитектур; README нь технологийн шийдлийг бүхэлд нь баталгаажуулаагүй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325880"/>
            <a:ext cx="100584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1325880"/>
            <a:ext cx="64008" cy="91440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1" y="1389888"/>
            <a:ext cx="98023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C3F70"/>
                </a:solidFill>
                <a:latin typeface="Aptos"/>
              </a:rP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7373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Веб интерфейс / каталог / хайлт ба шүүлтүүр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267712"/>
            <a:ext cx="0" cy="320040"/>
          </a:xfrm>
          <a:prstGeom prst="line">
            <a:avLst/>
          </a:prstGeom>
          <a:ln w="25400">
            <a:solidFill>
              <a:srgbClr val="F6D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51560" y="2587752"/>
            <a:ext cx="100584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2587752"/>
            <a:ext cx="64008" cy="109728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1" y="2651760"/>
            <a:ext cx="98023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C3F70"/>
                </a:solidFill>
                <a:latin typeface="Aptos"/>
              </a:rPr>
              <a:t>BUSINESS LOGIC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1" y="2999232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Зарын мэдээлэл боловсруулах • Шүүлтүүрийн логик • Хуудаслалт / эрэмбэлэлт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703320"/>
            <a:ext cx="0" cy="320040"/>
          </a:xfrm>
          <a:prstGeom prst="line">
            <a:avLst/>
          </a:prstGeom>
          <a:ln w="25400">
            <a:solidFill>
              <a:srgbClr val="F6D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51560" y="4023360"/>
            <a:ext cx="100584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4023360"/>
            <a:ext cx="6400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1" y="4087368"/>
            <a:ext cx="98023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C3F70"/>
                </a:solidFill>
                <a:latin typeface="Aptos"/>
              </a:rPr>
              <a:t>DATA ACCESS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1" y="443484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Одоогийн демо хувилбарт жишээ өгөгдөл ашигласан; өгөгдлийн сангийн холболтыг дараагийн хөгжүүлэлтийн ажилд төлөвлөж болно.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486400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Layered Architecture нь UI, бизнес логик, өгөгдлийн удирдлагыг тусгаарлахад тохиромжтой загвар.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ХӨГЖҮҮЛЭЛТЭД АШИГЛАХ ХЭРЭГСЭЛ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Repository-д батлагдсан болон санал болгож буй хэсгийг ялгав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1732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423160"/>
                <a:gridCol w="6217920"/>
              </a:tblGrid>
              <a:tr h="62701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Хэсэг</a:t>
                      </a:r>
                    </a:p>
                  </a:txBody>
                  <a:tcPr>
                    <a:solidFill>
                      <a:srgbClr val="0C3F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Сонголт</a:t>
                      </a:r>
                    </a:p>
                  </a:txBody>
                  <a:tcPr>
                    <a:solidFill>
                      <a:srgbClr val="0C3F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Тайлбар</a:t>
                      </a:r>
                    </a:p>
                  </a:txBody>
                  <a:tcPr>
                    <a:solidFill>
                      <a:srgbClr val="0C3F7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Хувилбарын удирдлага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Git +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README болон repository ашиглаж байна.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Хөгжүүлэлтийн орчин</a:t>
                      </a:r>
                    </a:p>
                  </a:txBody>
                  <a:tcPr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Visual Studio Code</a:t>
                      </a:r>
                    </a:p>
                  </a:txBody>
                  <a:tcPr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README-д дурдсан.</a:t>
                      </a:r>
                    </a:p>
                  </a:txBody>
                  <a:tcPr>
                    <a:solidFill>
                      <a:srgbClr val="E1F1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Тестчилэл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Jest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lab4/package.json-д test script нь jest.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UI</a:t>
                      </a:r>
                    </a:p>
                  </a:txBody>
                  <a:tcPr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HTML / CSS / JavaScript</a:t>
                      </a:r>
                    </a:p>
                  </a:txBody>
                  <a:tcPr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lab4/index.html болон JS файлууд.</a:t>
                      </a:r>
                    </a:p>
                  </a:txBody>
                  <a:tcPr>
                    <a:solidFill>
                      <a:srgbClr val="E1F1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Сервер /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Дараагийн шатанд сонгох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Одоогийн харагдсан lab4 нь demo веб хувилбар.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Өгөгдлийн сан</a:t>
                      </a:r>
                    </a:p>
                  </a:txBody>
                  <a:tcPr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Дараагийн шатанд сонгох</a:t>
                      </a:r>
                    </a:p>
                  </a:txBody>
                  <a:tcPr>
                    <a:solidFill>
                      <a:srgbClr val="E1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D35"/>
                          </a:solidFill>
                        </a:rPr>
                        <a:t>Одоогийн шалгасан файлуудаас DB холболт батлагдаагүй.</a:t>
                      </a:r>
                    </a:p>
                  </a:txBody>
                  <a:tcPr>
                    <a:solidFill>
                      <a:srgbClr val="E1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SCRUM БА ТӨСЛИЙН УДИРДЛАГА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GitHub Projects / Scrum Board ашиглах зорилго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33375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64008" cy="132588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481328"/>
            <a:ext cx="30815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Product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828800"/>
            <a:ext cx="3063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З. Жаргалмаа
Шаардлага, бүтээгдэхүүний чиглэл.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33375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64008" cy="132588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481328"/>
            <a:ext cx="30815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Scrum 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1828800"/>
            <a:ext cx="3063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О. Доржсамбуу
Scrum процессыг зохион байгуулах.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3375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417320"/>
            <a:ext cx="64008" cy="132588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481328"/>
            <a:ext cx="308152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Development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828800"/>
            <a:ext cx="3063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262D35"/>
                </a:solidFill>
                <a:latin typeface="Aptos"/>
              </a:rPr>
              <a:t>Б. Энхбаяр
Д. Дэлгэрмаа
Хөгжүүлэлт ба тест.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C3F70"/>
                </a:solidFill>
                <a:latin typeface="Aptos"/>
              </a:rPr>
              <a:t>README-д дурдсан Sprint төлөвлөлт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813048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03320"/>
            <a:ext cx="4389120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Багийн бүрэлдэхүүн: 4 хүн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251959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142231"/>
            <a:ext cx="4389120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Өдөрт 2 цаг, 6 ажлын өдөр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690872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581144"/>
            <a:ext cx="4389120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Ашигтай цагийн коэффициент: 50%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129784"/>
            <a:ext cx="82296" cy="82296"/>
          </a:xfrm>
          <a:prstGeom prst="ellipse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020056"/>
            <a:ext cx="4389120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Тооцоолсон хүчин чадал: 24 Story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4612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C3F70"/>
                </a:solidFill>
                <a:latin typeface="Aptos"/>
              </a:rPr>
              <a:t>Ашиглах самбар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703320"/>
            <a:ext cx="11430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64008" cy="109728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3767328"/>
            <a:ext cx="886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0C3F70"/>
                </a:solidFill>
                <a:latin typeface="Aptos"/>
              </a:rPr>
              <a:t>To 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114800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262D35"/>
                </a:solidFill>
                <a:latin typeface="Aptos"/>
              </a:rPr>
              <a:t>Хийх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3703320"/>
            <a:ext cx="11430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79" y="3703320"/>
            <a:ext cx="64008" cy="109728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1" y="3767328"/>
            <a:ext cx="886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0C3F70"/>
                </a:solidFill>
                <a:latin typeface="Aptos"/>
              </a:rPr>
              <a:t>Doing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1" y="4114800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262D35"/>
                </a:solidFill>
                <a:latin typeface="Aptos"/>
              </a:rPr>
              <a:t>Явц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3703320"/>
            <a:ext cx="11430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3703320"/>
            <a:ext cx="64008" cy="109728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7152" y="3767328"/>
            <a:ext cx="8869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0C3F70"/>
                </a:solidFill>
                <a:latin typeface="Aptos"/>
              </a:rPr>
              <a:t>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4114800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262D35"/>
                </a:solidFill>
                <a:latin typeface="Aptos"/>
              </a:rPr>
              <a:t>Шалгах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78440" y="3703320"/>
            <a:ext cx="9144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78440" y="3703320"/>
            <a:ext cx="64008" cy="109728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3032" y="3767328"/>
            <a:ext cx="6583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>
                <a:solidFill>
                  <a:srgbClr val="0C3F70"/>
                </a:solidFill>
                <a:latin typeface="Aptos"/>
              </a:rPr>
              <a:t>Done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3032" y="411480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262D35"/>
                </a:solidFill>
                <a:latin typeface="Aptos"/>
              </a:rPr>
              <a:t>Дууссан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698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0C3F70"/>
                </a:solidFill>
                <a:latin typeface="Aptos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04672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5A646E"/>
                </a:solidFill>
                <a:latin typeface="Aptos"/>
              </a:rPr>
              <a:t>Одоогийн эх код ба тестийн файлууд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424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277EB9"/>
                </a:solidFill>
                <a:latin typeface="Aptos"/>
              </a:rPr>
              <a:t>https://github.com/jargalmaaaaa19/pet_adoption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4892040" cy="114300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64008" cy="114300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121408"/>
            <a:ext cx="463600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68880"/>
            <a:ext cx="4617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Төслийн зорилго, баг, Scrum, DoD, лабораторийн тайлбар.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057400"/>
            <a:ext cx="4892040" cy="114300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057400"/>
            <a:ext cx="64008" cy="114300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2121408"/>
            <a:ext cx="463600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lab4/index.html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468880"/>
            <a:ext cx="4617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Демо каталогийн UI.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520440"/>
            <a:ext cx="4892040" cy="114300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520440"/>
            <a:ext cx="64008" cy="114300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584448"/>
            <a:ext cx="463600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lab4/petFilters.js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931920"/>
            <a:ext cx="4617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Шүүлтүүрийн үндсэн функцууд.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520440"/>
            <a:ext cx="4892040" cy="1143000"/>
          </a:xfrm>
          <a:prstGeom prst="rect">
            <a:avLst/>
          </a:prstGeom>
          <a:solidFill>
            <a:srgbClr val="E1F1F9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520440"/>
            <a:ext cx="64008" cy="11430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584448"/>
            <a:ext cx="463600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lab4/*.test.js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931920"/>
            <a:ext cx="4617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Шүүлтүүр ба demo listings тестүүд.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578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>
                <a:solidFill>
                  <a:srgbClr val="262D35"/>
                </a:solidFill>
                <a:latin typeface="Aptos"/>
              </a:rPr>
              <a:t>Дүгнэлт: шалгасан repository-д одоогоор lab4-ийн каталог, demo өгөгдөл, шүүлтүүрийн логик болон Jest тестүүд гол нотолгоо болж байна.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00584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64592" cy="53035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8600" y="0"/>
            <a:ext cx="530352" cy="164592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64592"/>
            <a:ext cx="320040" cy="457200"/>
          </a:xfrm>
          <a:prstGeom prst="rect">
            <a:avLst/>
          </a:prstGeom>
          <a:solidFill>
            <a:srgbClr val="0C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510528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A646E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0C3F70"/>
                </a:solidFill>
                <a:latin typeface="Aptos"/>
              </a:rPr>
              <a:t>ДҮГНЭЛТ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>
                <a:solidFill>
                  <a:srgbClr val="262D35"/>
                </a:solidFill>
                <a:latin typeface="Aptos"/>
              </a:rPr>
              <a:t>Төсөл нь үрчлүүлэх амьтдын мэдээллийг төвлөрүүлж, төрөл, нас, үүлдэр, байршлаар хайх боломжтой демо веб каталог болон шүүлтүүрийн логик дээр төвлөрч байна.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32918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64008" cy="1417320"/>
          </a:xfrm>
          <a:prstGeom prst="rect">
            <a:avLst/>
          </a:prstGeom>
          <a:solidFill>
            <a:srgbClr val="277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80720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Хэрэгжүүлсэн хэсэг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546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Каталогийн demo, 120 жишээ зар, шүүлтүүрийн функц.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743200"/>
            <a:ext cx="32918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743200"/>
            <a:ext cx="64008" cy="1417320"/>
          </a:xfrm>
          <a:prstGeom prst="rect">
            <a:avLst/>
          </a:prstGeom>
          <a:solidFill>
            <a:srgbClr val="319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280720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Тест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31546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Шүүлтүүр болон demo өгөгдлийн Jest тестүүд.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743200"/>
            <a:ext cx="32918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2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743200"/>
            <a:ext cx="64008" cy="1417320"/>
          </a:xfrm>
          <a:prstGeom prst="rect">
            <a:avLst/>
          </a:prstGeom>
          <a:solidFill>
            <a:srgbClr val="F6D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807208"/>
            <a:ext cx="30358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C3F70"/>
                </a:solidFill>
                <a:latin typeface="Aptos"/>
              </a:rPr>
              <a:t>Дараагийн алхам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15468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262D35"/>
                </a:solidFill>
                <a:latin typeface="Aptos"/>
              </a:rPr>
              <a:t>Backend, өгөгдлийн сан, хэрэглэгчийн бүртгэл, үрчлүүлэх хүсэлт болон төөрсөн/олдсон урсгалыг бүрэн холбох.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C3F70"/>
                </a:solidFill>
                <a:latin typeface="Aptos"/>
              </a:rPr>
              <a:t>АНХААРАЛ ХАНДУУЛСАНД БАЯРЛАЛАА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